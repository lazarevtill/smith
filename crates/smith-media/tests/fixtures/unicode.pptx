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presentation" Type="http://schemas.openxmlformats.org/officeDocument/2006/relationships/officeDocument" Target="ppt/presentation.xml"/><Relationship Id="data" Type="http://schemas.openxmlformats.org/officeDocument/2006/relationships/customXml" Target="customXml/item1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1"/>
    <p:sldId id="257" r:id="s2"/>
  </p:sldIdLst>
  <p:sldSz cx="12192000" cy="68580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master" Type="http://schemas.openxmlformats.org/officeDocument/2006/relationships/slideMaster" Target="slideMasters/slideMaster1.xml"/><Relationship Id="s1" Type="http://schemas.openxmlformats.org/officeDocument/2006/relationships/slide" Target="slides/slide1.xml"/><Relationship Id="s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sz="3000">
                <a:solidFill>
                  <a:srgbClr val="111827"/>
                </a:solidFill>
                <a:latin typeface="Arial"/>
              </a:rPr>
              <a:t xml:space="preserve">Привет, мир! Ёж</a:t>
            </a:r>
            <a:endParaRPr sz="3000"/>
          </a:p>
        </p:txBody>
      </p:sp>
      <p:sp>
        <p:nvSpPr>
          <p:cNvPr id="3" name="Body"/>
          <p:cNvSpPr txBox="1"/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2000">
                <a:solidFill>
                  <a:srgbClr val="111827"/>
                </a:solidFill>
                <a:latin typeface="Arial"/>
              </a:rPr>
              <a:t xml:space="preserve">00123 &amp; &lt;safe&gt; — café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sz="3000">
                <a:solidFill>
                  <a:srgbClr val="111827"/>
                </a:solidFill>
                <a:latin typeface="Arial"/>
              </a:rPr>
              <a:t xml:space="preserve">Exact data</a:t>
            </a:r>
            <a:endParaRPr sz="3000"/>
          </a:p>
        </p:txBody>
      </p:sp>
      <p:sp>
        <p:nvSpPr>
          <p:cNvPr id="3" name="Body"/>
          <p:cNvSpPr txBox="1"/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2000">
                <a:solidFill>
                  <a:srgbClr val="111827"/>
                </a:solidFill>
                <a:latin typeface="Arial"/>
              </a:rPr>
              <a:t xml:space="preserve">9007199254740993.00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ith">
  <a:themeElements>
    <a:clrScheme name="Smith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B2777"/>
      </a:accent5>
      <a:accent6>
        <a:srgbClr val="0891B2"/>
      </a:accent6>
      <a:hlink>
        <a:srgbClr val="2563EB"/>
      </a:hlink>
      <a:folHlink>
        <a:srgbClr val="7C3AED"/>
      </a:folHlink>
    </a:clrScheme>
    <a:fontScheme name="Smit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mit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item1.xml><?xml version="1.0" encoding="utf-8"?>
<table xmlns="urn:smith:table:1">{"headers":["Title","Detail"],"rows":[[{"type":"text","value":"Привет, мир! Ёж"},{"type":"text","value":"00123 &amp; &lt;safe&gt; — café"}],[{"type":"text","value":"Exact data"},{"type":"number","value":"9007199254740993.00"}]]}</table>
</file>